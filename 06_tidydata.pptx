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67" r:id="rId5"/>
    <p:sldId id="268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789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Tidy Data in Biology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Data: From Messy to Analysis-Ready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Data Organization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Tidy Data?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Variable is a Column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name, expression level, treatment, sex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686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Observation is a Row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50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sample per gene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8686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1821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Value has a Cell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4564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merged cells or multi-valued entries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"Beautiful" Spreadsheet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051560" y="731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great to humans — nightmare for R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188720"/>
          <a:ext cx="4480560" cy="1752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2025 Sales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B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$42,300*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Includes returns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577840" y="1188720"/>
            <a:ext cx="32004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76072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 can't read this: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82880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8076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cells across columns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19456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8076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Multi-row headers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56032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08076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row (TOTAL) mixed in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92608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08076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Footnotes with asterisks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29184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08076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meaning (yellow = warning)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657600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08076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spread across columns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Data — Tidied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097280"/>
          <a:ext cx="4389120" cy="18135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revenue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July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North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45200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July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August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North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51800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August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42300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September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North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48600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September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44900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303520" y="1097280"/>
            <a:ext cx="34747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changed: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9164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064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per column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05740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0644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observation per row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42316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0644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merged cells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78892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064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totals or footnotes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15468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8064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is a variable, not a header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520440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8064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read_csv() just works!</a:t>
            </a:r>
            <a:endParaRPr lang="en-US" sz="1100" dirty="0"/>
          </a:p>
        </p:txBody>
      </p:sp>
      <p:sp>
        <p:nvSpPr>
          <p:cNvPr id="19" name="Text 10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formatting lost — it just lives in the data itself.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 vs Long Data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Format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325880"/>
          <a:ext cx="3840480" cy="7315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science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english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"subject" is spread across column headers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288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(Tidy) Format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5029200" y="1325880"/>
          <a:ext cx="3474720" cy="17068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subject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score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science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english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science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english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which?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40080" y="37490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easier to read in spreadsheets, good for display tables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required for ggplot2, dplyr group_by, most tidyverse functions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a column header is a value (not a variable name), pivot longer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Example: Gene Expression Study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Genes: GAPDH, TP53, MYC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Treatments: WT vs Control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Sexes: Male, Female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Replicates per condition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 samples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Measured: Expression level (RNA-seq counts)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name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 or Control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or Female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or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level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Messy Data (Wide Format)</a:t>
            </a:r>
            <a:endParaRPr lang="en-US" sz="4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GAPDH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WT_M_1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WT_M_2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Ctrl_F_1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291840"/>
            <a:ext cx="8229600" cy="2560320"/>
          </a:xfrm>
          <a:prstGeom prst="rect">
            <a:avLst/>
          </a:prstGeom>
          <a:solidFill>
            <a:srgbClr val="FFEBEE"/>
          </a:solidFill>
          <a:ln w="254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2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 with Wide Format: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886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Each gene is a separate column (not tidy)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Hard to add new genes or samples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Difficult for statistical analysis and visualization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5120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Treatment and sex info missing from table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Tidy Data (Long Format)</a:t>
            </a:r>
            <a:endParaRPr lang="en-US" sz="4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WT_M_1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GAPDH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WT_M_1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WT_M_1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WT_M_2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GAPDH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566160"/>
            <a:ext cx="8229600" cy="2286000"/>
          </a:xfrm>
          <a:prstGeom prst="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of Tidy Format:</a:t>
            </a:r>
            <a:endParaRPr lang="en-US" sz="1400" dirty="0"/>
          </a:p>
        </p:txBody>
      </p:sp>
      <p:sp>
        <p:nvSpPr>
          <p:cNvPr id="3" name="Text 3"/>
          <p:cNvSpPr/>
          <p:nvPr/>
        </p:nvSpPr>
        <p:spPr>
          <a:xfrm>
            <a:off x="822960" y="4160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One observation per row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Easy to add genes, samples, or variables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Ready for plotting, modeling, and analysis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5257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metadata in one table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828800" cy="73152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(Wide Format)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97480" y="1965960"/>
            <a:ext cx="365760" cy="91440"/>
          </a:xfrm>
          <a:prstGeom prst="triangl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468880" y="2148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pivot_longer()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1828800" cy="7315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 Format)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1965960"/>
            <a:ext cx="365760" cy="91440"/>
          </a:xfrm>
          <a:prstGeom prst="triangl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2148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analysis-ready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1645920"/>
            <a:ext cx="1828800" cy="7315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Steps in Transformation: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218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problem variables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474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as columns instead of values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995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Gather columns into rows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2519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pivot_longer() to create gene and counts columns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773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composite IDs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5029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treatment, sex, replicate from sample_id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57784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5577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55504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tidy structure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58064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one variable per column, one observation per row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Implementation: R Code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84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libraries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library(tidyverse)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Create messy wide format 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gene_data_wide &lt;- read_csv("gene_data_wide.csv")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Pivot to long format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gene_data_long &lt;- gene_data_wide %&gt;%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pivot_longer(cols = c(GAPDH, TP53, MYC),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names_to = "gene",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values_to = "counts")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Separate sample_id into components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gene_data_tidy &lt;- gene_data_long %&gt;%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separate(sample_id,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into = c("treatment", "sex", "replicate"),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sep = "_")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View tidy 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head(gene_data_tidy)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Tidy Data Matters for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029200"/>
          </a:xfrm>
          <a:prstGeom prst="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Plotting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ggplot() works seamlessly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 genes to facets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 treatment to color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 sex to shape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multi-faceted plots easily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5029200"/>
          </a:xfrm>
          <a:prstGeom prst="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Statistical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by gene and treatment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Model: counts ~ treatment + sex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group_by() easily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 summary statistics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 models to each gene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data: one variable per column, one observation per row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pivot_longer() to convert wide data to long format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composite IDs into individual variables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6974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data is essential for modern data analysis workflows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time in tidying—it pays off in downstream 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954</Words>
  <Application>Microsoft Macintosh PowerPoint</Application>
  <PresentationFormat>On-screen Show (16:9)</PresentationFormat>
  <Paragraphs>292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Morley, Michael</cp:lastModifiedBy>
  <cp:revision>2</cp:revision>
  <dcterms:created xsi:type="dcterms:W3CDTF">2026-03-17T14:02:32Z</dcterms:created>
  <dcterms:modified xsi:type="dcterms:W3CDTF">2026-03-18T13:57:26Z</dcterms:modified>
</cp:coreProperties>
</file>