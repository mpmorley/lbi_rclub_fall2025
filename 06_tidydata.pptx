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789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Tidy Data in Biology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Expression Data: From Messy to Analysis-Ready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Guide to Data Organization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Tidy Data?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7043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Variable is a Column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4475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name, expression level, treatment, sex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8229600" cy="868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17627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Observation is a Row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5059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sample per gene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8229600" cy="86868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31821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Value has a Cell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3456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merged cells or multi-valued entries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Example: Gene Expression Study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5029200"/>
          </a:xfrm>
          <a:prstGeom prst="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Study Design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Genes: GAPDH, TP53, MYC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Treatments: WT vs Control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 Sexes: Male, Female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Replicates per condition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24 samples total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947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Measured: Expression level (RNA-seq counts)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5029200"/>
          </a:xfrm>
          <a:prstGeom prst="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12801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737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sample_id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1737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1488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21488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name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560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treatment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25603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 or Control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2971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29718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or Female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3832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replicate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3383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or 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37947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37947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level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Problem: Messy Data (Wide Format)</a:t>
            </a:r>
            <a:endParaRPr lang="en-US" sz="4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0116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sample_id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GAPDH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Ctrl_F_1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8229600" cy="2560320"/>
          </a:xfrm>
          <a:prstGeom prst="rect">
            <a:avLst/>
          </a:prstGeom>
          <a:solidFill>
            <a:srgbClr val="FFEBEE"/>
          </a:solidFill>
          <a:ln w="2540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2"/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32F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with Wide Format: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38862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Each gene is a separate column (not tidy)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 to add new genes or samples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4709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Difficult for statistical analysis and visualization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51206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Treatment and sex info missing from table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Solution: Tidy Data (Long Format)</a:t>
            </a:r>
            <a:endParaRPr lang="en-US" sz="4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sample_id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GAPDH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WT_M_2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GAPDH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i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7BC6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566160"/>
            <a:ext cx="8229600" cy="2286000"/>
          </a:xfrm>
          <a:prstGeom prst="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40080" y="374904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of Tidy Format:</a:t>
            </a:r>
            <a:endParaRPr lang="en-US" sz="1400" dirty="0"/>
          </a:p>
        </p:txBody>
      </p:sp>
      <p:sp>
        <p:nvSpPr>
          <p:cNvPr id="3" name="Text 3"/>
          <p:cNvSpPr/>
          <p:nvPr/>
        </p:nvSpPr>
        <p:spPr>
          <a:xfrm>
            <a:off x="822960" y="4160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One observation per row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4526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Easy to add genes, samples, or variables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48920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Ready for plotting, modeling, and analysis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5257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All metadata in one table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Transformation Workflow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828800" cy="73152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D32F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(Wide Format)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697480" y="1965960"/>
            <a:ext cx="365760" cy="91440"/>
          </a:xfrm>
          <a:prstGeom prst="triangl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468880" y="2148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pivot_longer()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91840" y="1645920"/>
            <a:ext cx="1828800" cy="731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9184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Data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(Long Format)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49240" y="1965960"/>
            <a:ext cx="365760" cy="91440"/>
          </a:xfrm>
          <a:prstGeom prst="triangl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120640" y="2148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analysis-ready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645920"/>
            <a:ext cx="1828800" cy="731520"/>
          </a:xfrm>
          <a:prstGeom prst="roundRect">
            <a:avLst/>
          </a:prstGeom>
          <a:solidFill>
            <a:srgbClr val="C8E6C9"/>
          </a:solidFill>
          <a:ln w="254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0" y="1783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for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Steps in Transformation: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" y="32186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Identify problem variables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347472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as columns instead of values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40233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399592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Gather columns into rows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425196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pivot_longer() to create gene and counts columns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800600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77316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Separate composite IDs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05840" y="502920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treatment, sex, replicate from sample_id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577840"/>
            <a:ext cx="274320" cy="274320"/>
          </a:xfrm>
          <a:prstGeom prst="ellipse">
            <a:avLst/>
          </a:prstGeom>
          <a:solidFill>
            <a:srgbClr val="97BC6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48640" y="5577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555040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tidy structure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5806440"/>
            <a:ext cx="7680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one variable per column, one observation per row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Implementation: R Code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4846320"/>
          </a:xfrm>
          <a:prstGeom prst="rect">
            <a:avLst/>
          </a:prstGeom>
          <a:solidFill>
            <a:srgbClr val="F5F5F5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Load libraries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library(tidyverse)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1: Create messy wide format data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gene_data_wide &lt;- read_csv("gene_data_wide.csv")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2: Pivot to long format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gene_data_long &lt;- gene_data_wide %&gt;%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pivot_longer(cols = c(GAPDH, TP53, MYC),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names_to = "gene",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values_to = "counts")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3: Separate sample_id into components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gene_data_tidy &lt;- gene_data_long %&gt;%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separate(sample_id, 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into = c("treatment", "sex", "replicate"),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sep = "_")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Step 4: View tidy data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head(gene_data_tidy)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Tidy Data Matters for Analysis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029200"/>
          </a:xfrm>
          <a:prstGeom prst="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📊 Plotting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ggplot() works seamlessly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 genes to facets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 treatment to color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 sex to shape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Create multi-faceted plots easily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931920" cy="5029200"/>
          </a:xfrm>
          <a:prstGeom prst="rect">
            <a:avLst/>
          </a:prstGeom>
          <a:solidFill>
            <a:srgbClr val="E8F5E9"/>
          </a:solidFill>
          <a:ln w="254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37760" y="1188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📈 Statistical Analysis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Group by gene and treatment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37760" y="20574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Model: counts ~ treatment + sex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24688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 group_by() easily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8803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Calculate summary statistics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32918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Fit models to each gene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Summary: Key Takeaways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97280" y="118872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data: one variable per column, one observation per row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69164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pivot_longer() to convert wide data to long format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97280" y="219456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composite IDs into individual variables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269748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Tidy data is essential for modern data analysis workflows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3200400"/>
            <a:ext cx="7589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time in tidying—it pays off in downstream analysis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681</Words>
  <Application>Microsoft Macintosh PowerPoint</Application>
  <PresentationFormat>On-screen Show (16:9)</PresentationFormat>
  <Paragraphs>174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Morley, Michael</cp:lastModifiedBy>
  <cp:revision>1</cp:revision>
  <dcterms:created xsi:type="dcterms:W3CDTF">2026-03-17T14:02:32Z</dcterms:created>
  <dcterms:modified xsi:type="dcterms:W3CDTF">2026-03-17T14:35:09Z</dcterms:modified>
</cp:coreProperties>
</file>